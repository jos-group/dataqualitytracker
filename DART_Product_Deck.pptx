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PRODUCT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DART keeps data quality operational, measurable, and fixable.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594F"/>
                </a:solidFill>
              </a:defRPr>
            </a:pPr>
            <a:r>
              <a:t>A data assurance and reconciliation platform that helps teams detect issues, assign ownership, prioritize impact, and turn operational data into actionable remediation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291840" cy="38404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F4D00"/>
                </a:solidFill>
              </a:defRPr>
            </a:pPr>
            <a:r>
              <a:t>EXECUTIVE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1031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4D00"/>
                </a:solidFill>
              </a:defRPr>
            </a:pPr>
            <a: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594F"/>
                </a:solidFill>
              </a:defRPr>
            </a:pPr>
            <a:r>
              <a:t>quality visibility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657600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621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Issue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36210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133087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0965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Impact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09651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608576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572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AI summaries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Enabled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5084064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Email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5047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Built 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37760"/>
            <a:ext cx="2103120" cy="109728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0292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4D00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9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core workspaces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937760"/>
            <a:ext cx="2103120" cy="109728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0292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4D00"/>
                </a:solidFill>
              </a:defRPr>
            </a:pPr>
            <a: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449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state comparisons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4937760"/>
            <a:ext cx="2103120" cy="109728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50292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4D00"/>
                </a:solidFill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449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issue categories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Most organizations lose time before they lose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594F"/>
                </a:solidFill>
              </a:defRPr>
            </a:pPr>
            <a:r>
              <a:t>Data quality issues create compounding drag across reconciliations, reporting, payments, compliance, and executive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4206240" cy="118872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8094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Broken reconciliations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Claims, ledgers, and source records do not always line up, creating pressure in reporting and finance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834640"/>
            <a:ext cx="4206240" cy="118872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98094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Unclear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34670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Issues often persist because no one knows who owns the fix or the impacted downstream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4206240" cy="118872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2686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Manual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9262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Quality reviews rely on spreadsheets and scattered follow-up that slow resolution and reduce visibility.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4480560"/>
            <a:ext cx="4206240" cy="118872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62686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Opaque AI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99262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Teams need recommendations that are explainable, evidence-based, and tied to actual business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DART turns data quality management into a repeatable operating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200400" cy="29260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408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Reconcile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0662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Compare source and target datasets, calculate weighted match rates, and surface high-risk field mismatches by stream and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200400" cy="29260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408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0662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Identify drivers, score impact, and connect issues to the people, reports, and workflows they affect.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200400" cy="29260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0662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Generate actions, assign ownership, trigger alerts, and keep remediation visible throughout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The platform brings together reconciliation, governance, and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20624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Reconciliation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Loads workbooks, standardizes values, and compares expected versus actual records with impact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011680"/>
            <a:ext cx="420624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5798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Impact and mapping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2374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Shows downstream field-to-report and owner connections so effort is prioritized by business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420624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Governance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Tracks controls, decisions, owners, actions, and templates in a single operating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657600"/>
            <a:ext cx="420624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80390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AI-assisted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16966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Transforms complex patterns into plain-English summaries grounded in evidence and current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420624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4982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Automation and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1558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Persists email alerts, baselines, and workbook watchers to catch issues before they escalate.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5303520"/>
            <a:ext cx="420624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544982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Multi-domain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81558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Supports claims, Medicaid intelligence, and BYO datasets in one product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A simple operational flow: from intake to resolution.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4D00"/>
                </a:solidFill>
              </a:defRPr>
            </a:pPr>
            <a:r>
              <a:t>01 |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762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594F"/>
                </a:solidFill>
              </a:defRPr>
            </a:pPr>
            <a:r>
              <a:t>Pull data from workbooks and source systems into a governed review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37560"/>
            <a:ext cx="10058400" cy="822960"/>
          </a:xfrm>
          <a:prstGeom prst="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4D00"/>
                </a:solidFill>
              </a:defRPr>
            </a:pPr>
            <a:r>
              <a:t>02 | Standardize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0215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594F"/>
                </a:solidFill>
              </a:defRPr>
            </a:pPr>
            <a:r>
              <a:t>Normalize fields, compare records, and detect mismatches with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10058400" cy="822960"/>
          </a:xfrm>
          <a:prstGeom prst="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4D00"/>
                </a:solidFill>
              </a:defRPr>
            </a:pPr>
            <a:r>
              <a:t>03 |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82803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594F"/>
                </a:solidFill>
              </a:defRPr>
            </a:pPr>
            <a:r>
              <a:t>Apply weighted match rates, impact scores, and risk tiers to determine action priority.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989320"/>
            <a:ext cx="10058400" cy="822960"/>
          </a:xfrm>
          <a:prstGeom prst="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6153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4D00"/>
                </a:solidFill>
              </a:defRPr>
            </a:pPr>
            <a:r>
              <a:t>04 | Resolve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61539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594F"/>
                </a:solidFill>
              </a:defRPr>
            </a:pPr>
            <a:r>
              <a:t>Turn findings into actions, owners, alerts, and remediation plans with traceable status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The business outcomes are operational and measurable.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200400" cy="29260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942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Faster issue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1518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Reduce the time from detection to action and help teams focus on the highest-risk mismatches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200400" cy="29260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942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Better prioritization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1518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Shift effort toward issues with the largest downstream impact rather than the loudest symptoms.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200400" cy="292608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942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More trusted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1518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Improve confidence in KPIs, claims files, and operating reports across stakeholders.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EFFICIENCY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The product reduces effort across governance, remediation, and escalation.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3474720"/>
          </a:xfrm>
          <a:prstGeom prst="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4D00"/>
                </a:solidFill>
              </a:defRPr>
            </a:pPr>
            <a:r>
              <a:t>Workstream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4D00"/>
                </a:solidFill>
              </a:defRPr>
            </a:pPr>
            <a:r>
              <a:t>Before 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4D00"/>
                </a:solidFill>
              </a:defRPr>
            </a:pPr>
            <a:r>
              <a:t>With DART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4D00"/>
                </a:solidFill>
              </a:defRPr>
            </a:pPr>
            <a:r>
              <a:t>Efficiency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Reconciliation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Manual workbook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Automated comparisons and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High reduction in repetitive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46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Issue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46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Ad hoc follow-up and spreadsheets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46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Structured issue queue and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46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Faster escalation and 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Reporting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0416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Delayed validation and low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416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Persistent dashboards and quality narrative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0416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Fewer surprises and faster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365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Workflow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365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Manual email and status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7365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Alerts, baselines, and workbook 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7365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594F"/>
                </a:solidFill>
              </a:defRPr>
            </a:pPr>
            <a:r>
              <a:t>Lower operational overhead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The value is not just dashboards — it is operational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29768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For data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Reduce manual validation effort, standardize checks, and quickly trace root causes.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011680"/>
            <a:ext cx="429768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57984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For business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23744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Know which issues materially affect claims performance, finance, or compliance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429768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For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Move from status reporting to a reliable quality narrative backed by evidence and progress.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657600"/>
            <a:ext cx="4297680" cy="12344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803904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For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69664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Turn issue management into a disciplined, accountable operating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Built as a compact, practical application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200400" cy="28346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408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0662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FastAPI application logic with processing, routing, and operational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200400" cy="28346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408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0662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Embedded HTML/CSS/JS interface for a self-contained experience that is easy to run and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200400" cy="2834640"/>
          </a:xfrm>
          <a:prstGeom prst="roundRect">
            <a:avLst/>
          </a:prstGeom>
          <a:solidFill>
            <a:srgbClr val="FBF8F0"/>
          </a:solidFill>
          <a:ln w="15240"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D00"/>
                </a:solidFill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06624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94F"/>
                </a:solidFill>
              </a:defRPr>
            </a:pPr>
            <a:r>
              <a:t>Workbook and SQLite-backed tracking for reconciliation, issue monitoring, and BYO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D00"/>
                </a:solidFill>
              </a:defRPr>
            </a:pPr>
            <a:r>
              <a:t>DART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475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F4D00"/>
                </a:solidFill>
              </a:defRPr>
            </a:pPr>
            <a: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C1A17"/>
                </a:solidFill>
              </a:defRPr>
            </a:pPr>
            <a:r>
              <a:t>DART is a data quality operating model, not just a reporting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594F"/>
                </a:solidFill>
              </a:defRPr>
            </a:pPr>
            <a:r>
              <a:t>It is a product designed for organizations that need to reconcile messy data, understand impact, assign accountability, and drive remediation in a disciplined, measurable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463040" cy="50292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F4D00"/>
                </a:solidFill>
              </a:defRPr>
            </a:pPr>
            <a:r>
              <a:t>Actionable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3931920"/>
            <a:ext cx="1463040" cy="50292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19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F4D00"/>
                </a:solidFill>
              </a:defRPr>
            </a:pPr>
            <a:r>
              <a:t>Evidence-based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931920"/>
            <a:ext cx="1463040" cy="50292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F4D00"/>
                </a:solidFill>
              </a:defRPr>
            </a:pPr>
            <a:r>
              <a:t>Operational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931920"/>
            <a:ext cx="1463040" cy="50292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F4D00"/>
                </a:solidFill>
              </a:defRPr>
            </a:pPr>
            <a:r>
              <a:t>Scalable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931920"/>
            <a:ext cx="1463040" cy="502920"/>
          </a:xfrm>
          <a:prstGeom prst="roundRect">
            <a:avLst/>
          </a:prstGeom>
          <a:solidFill>
            <a:srgbClr val="FBF8F0"/>
          </a:solidFill>
          <a:ln>
            <a:solidFill>
              <a:srgbClr val="EED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F4D00"/>
                </a:solidFill>
              </a:defRPr>
            </a:pPr>
            <a:r>
              <a:t>Governed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F4D00"/>
                </a:solidFill>
              </a:defRPr>
            </a:pPr>
            <a:r>
              <a:t>Repository centerpiece: app6.py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